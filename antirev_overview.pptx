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AntiRev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ELF Binary Protection — 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AD3DF"/>
                </a:solidFill>
              </a:rPr>
              <a:t>Encryption · In-Memory Execution · Dynamic Library Interception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3DF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What are we protecting against?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486400" cy="320040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Threats &amp;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733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Static analysis (Ghidra, IDA Pro, objdump) can fully decompile any standard 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476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Custom shared libraries (.so) loaded via dlopen() are equally exposed on 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219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No source-level changes to the target software are acceptable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963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Decryption key must NOT be stored statically in the binary (license enforcement)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06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Zero disk writes at runtime — decrypted content must never touch the filesystem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577840" cy="320040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733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Opaque binary on disk — no decompiler recovers meaningful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47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Transparent execution — software runs identically, same PID, same argv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219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All custom .so files also encrypted and intercepted seamlessly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963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Key fetched from license server at runtime (future)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706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x86-64 and ARM64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6634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B4D8"/>
                </a:solidFill>
              </a:rPr>
              <a:t>Requirement: protect compiled binaries with no modifications to source or build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Encryption Algorithm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Comparing candidates for binary-file encryption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566160" cy="466344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AES-256-GCM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AES-256-GCM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AEAD — confidentiality +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Hardware AES-NI on x86-64 &amp; ARMv8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FIPS 140-2 compliant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Widely supported (OpenSSL, BoringSSL)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GCM nonce reuse is catastrophic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735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Slightly more complex API than CTR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47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Verdict: chosen — best hw-accel +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143000"/>
            <a:ext cx="3566160" cy="466344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ChaCha20-Poly1305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16276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ChaCha20-Poly1305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9019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AEAD — same security guarantees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176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Faster on CPUs without AES-NI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4505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Immune to timing side-channels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7249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TLS 1.3 standard cipher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9992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Slower on modern x86 with AES-NI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2735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Less common in embedded/RTOS libs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547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822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Verdict: valid alternative for ARM cores
  without crypto extensions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8472" y="1143000"/>
            <a:ext cx="3566160" cy="466344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AES-256-CBC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16276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AES-256-CBC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19019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Universally supported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2176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Simple 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24505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No authentication — malleable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27249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Requires separate HMAC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29992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Padding oracle attacks possible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32735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✗ Does not detect tampering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3547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3822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Verdict: rejected — no integrity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Encryption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Why AES-256-GCM was selected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914400"/>
          </a:xfrm>
          <a:prstGeom prst="rect">
            <a:avLst/>
          </a:prstGeom>
          <a:solidFill>
            <a:srgbClr val="003A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D8"/>
                </a:solidFill>
              </a:rPr>
              <a:t>Selected: AES-256-GCM  |  Key size: 256-bit  |  IV: 96-bit random per file  |  Tag: 128-bit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11521440" cy="347472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AEAD cipher — a single primitive provides both confidentiality and tamper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99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8BB"/>
                </a:solidFill>
              </a:rPr>
              <a:t>→ If ciphertext is bit-flipped (tampering/corruption), GCM tag verification fails and the binary is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735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AES-NI hardware acceleration available on all modern x86-64 and ARMv8 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478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8BB"/>
                </a:solidFill>
              </a:rPr>
              <a:t>→ Decryption of a 10 MB ELF takes &lt; 5 ms even on modest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221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Random 96-bit IV generated per file by protect.py — nonce reuse eliminated by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9651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OpenSSL EVP API used — portable across Linux distributions, already available via Node.js bundled libs.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FIPS 140-2 compliance relevant for future enterprise/government deployments.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451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One key (256-bit) per protected binary — future upgrade path to per-machine keys from license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Binary Encryption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Offline protect.py tool — build-time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303520" cy="438912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protect.py — offline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1.  Read input ELF (main binary) + any .so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2.  Generate or load 256-bit AES key from key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3.  For each file: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8BB"/>
                </a:solidFill>
              </a:rPr>
              <a:t>Generate random 96-bit 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8BB"/>
                </a:solidFill>
              </a:rPr>
              <a:t>AES-256-GCM encrypt → ciphertext + 128-bit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992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4.  Serialise all entries into bundle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7355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5.  Append bundle after stub ELF bytes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6.  Append 48-byte trailer (bundle offset + key + magic)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2219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7.  Write protected binary → chmod +x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143000"/>
            <a:ext cx="5806440" cy="411480"/>
          </a:xfrm>
          <a:prstGeom prst="rect">
            <a:avLst/>
          </a:prstGeom>
          <a:solidFill>
            <a:srgbClr val="004E6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18872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BUNDLE FORMAT (appended to stub ELF)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581912"/>
            <a:ext cx="4180636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627632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num_files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15676" y="1581912"/>
            <a:ext cx="1625803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1396" y="1627632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4B 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911096"/>
            <a:ext cx="4180636" cy="329184"/>
          </a:xfrm>
          <a:prstGeom prst="rect">
            <a:avLst/>
          </a:prstGeom>
          <a:solidFill>
            <a:srgbClr val="122435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1956816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name_len + 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15676" y="1911096"/>
            <a:ext cx="1625803" cy="329184"/>
          </a:xfrm>
          <a:prstGeom prst="rect">
            <a:avLst/>
          </a:prstGeom>
          <a:solidFill>
            <a:srgbClr val="122435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1396" y="1956816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var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240280"/>
            <a:ext cx="4180636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2286000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flags (bit0=is_main)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15676" y="2240280"/>
            <a:ext cx="1625803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1396" y="2286000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1B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569464"/>
            <a:ext cx="4180636" cy="329184"/>
          </a:xfrm>
          <a:prstGeom prst="rect">
            <a:avLst/>
          </a:prstGeom>
          <a:solidFill>
            <a:srgbClr val="122435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2615184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IV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15676" y="2569464"/>
            <a:ext cx="1625803" cy="329184"/>
          </a:xfrm>
          <a:prstGeom prst="rect">
            <a:avLst/>
          </a:prstGeom>
          <a:solidFill>
            <a:srgbClr val="122435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1396" y="2615184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12B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898648"/>
            <a:ext cx="4180636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2944368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GCM tag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15676" y="2898648"/>
            <a:ext cx="1625803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61396" y="2944368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16B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227832"/>
            <a:ext cx="4180636" cy="329184"/>
          </a:xfrm>
          <a:prstGeom prst="rect">
            <a:avLst/>
          </a:prstGeom>
          <a:solidFill>
            <a:srgbClr val="122435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2" y="3273552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ciphertext size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15676" y="3227832"/>
            <a:ext cx="1625803" cy="329184"/>
          </a:xfrm>
          <a:prstGeom prst="rect">
            <a:avLst/>
          </a:prstGeom>
          <a:solidFill>
            <a:srgbClr val="122435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61396" y="3273552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8B 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557016"/>
            <a:ext cx="4180636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3602736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ciphertext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15676" y="3557016"/>
            <a:ext cx="1625803" cy="329184"/>
          </a:xfrm>
          <a:prstGeom prst="rect">
            <a:avLst/>
          </a:prstGeom>
          <a:solidFill>
            <a:srgbClr val="1A2B3C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1396" y="3602736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N bytes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86200"/>
            <a:ext cx="4180636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08192" y="3931920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↑ repeated per file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215384"/>
            <a:ext cx="4180636" cy="329184"/>
          </a:xfrm>
          <a:prstGeom prst="rect">
            <a:avLst/>
          </a:prstGeom>
          <a:solidFill>
            <a:srgbClr val="1A3A1A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4261104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bundle_start_offset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15676" y="4215384"/>
            <a:ext cx="1625803" cy="329184"/>
          </a:xfrm>
          <a:prstGeom prst="rect">
            <a:avLst/>
          </a:prstGeom>
          <a:solidFill>
            <a:srgbClr val="1A3A1A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61396" y="4261104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8B 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544568"/>
            <a:ext cx="4180636" cy="329184"/>
          </a:xfrm>
          <a:prstGeom prst="rect">
            <a:avLst/>
          </a:prstGeom>
          <a:solidFill>
            <a:srgbClr val="3A1A0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08192" y="4590288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AES-256 key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15676" y="4544568"/>
            <a:ext cx="1625803" cy="329184"/>
          </a:xfrm>
          <a:prstGeom prst="rect">
            <a:avLst/>
          </a:prstGeom>
          <a:solidFill>
            <a:srgbClr val="3A1A0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61396" y="4590288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32B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873752"/>
            <a:ext cx="4180636" cy="329184"/>
          </a:xfrm>
          <a:prstGeom prst="rect">
            <a:avLst/>
          </a:prstGeom>
          <a:solidFill>
            <a:srgbClr val="2A002A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08192" y="4919472"/>
            <a:ext cx="40891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magic ANTREV01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15676" y="4873752"/>
            <a:ext cx="1625803" cy="329184"/>
          </a:xfrm>
          <a:prstGeom prst="rect">
            <a:avLst/>
          </a:prstGeom>
          <a:solidFill>
            <a:srgbClr val="2A002A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61396" y="4919472"/>
            <a:ext cx="1580083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7F00"/>
                </a:solidFill>
              </a:rPr>
              <a:t>8B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0" y="4261104"/>
            <a:ext cx="8229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7F00"/>
                </a:solidFill>
              </a:rPr>
              <a:t>← 48-byte trailer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Runtime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How the stub decrypts and launches the protected binary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Open /proc/self/exe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61872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Read last 48 bytes → verify ANTREV01 magic → extract bundle_start_offset and AES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55647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01367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09927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801367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Read bundle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709927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783079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pread() full bundle into malloc'd RAM buffer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76854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322574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31134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322574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Decrypt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231134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304286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For each entry: AES-256-GCM decrypt → verify GCM tag → abort if tampered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98061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843781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752341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843781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Write to memfds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752341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2825493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memfd_create() per file → write plaintext → seek back to 0. File never touches disk.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19268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364988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273548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364988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Wipe secrets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273548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346700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explicit_bzero(key) + explicit_bzero(bundle buffer) — key gone from 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40475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886195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794755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886195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Build LD_PRELOAD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3794755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3867907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Write dlopen_shim.so (embedded blob) to its own memfd → set LD_PRELOAD=/proc/self/fd/N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361682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407402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315962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407402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Build env 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4315962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4389114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ANTIREV_FD_MAP=libfoo.so=&lt;fd&gt;,libbar.so=&lt;fd&gt;,...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882889"/>
            <a:ext cx="411480" cy="42976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928609"/>
            <a:ext cx="41148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837169"/>
            <a:ext cx="2560320" cy="521207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4928609"/>
            <a:ext cx="23774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fexecve(main_fd,...)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4837169"/>
            <a:ext cx="8778240" cy="521207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4910321"/>
            <a:ext cx="85953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Replace process image in-place — same PID, no fork, no disk.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Handling dlopen &amp; Encrypted .so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How custom shared libraries are intercepted at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169164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Target binary calls dlopen("libfoo.so") at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Standard dlopen searches filesystem — encrypted file on disk is useless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We cannot modify the target binary's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DF"/>
                </a:solidFill>
              </a:rPr>
              <a:t>• Solution: intercept dlopen() via LD_PRELOAD before it hits the filesystem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17520"/>
            <a:ext cx="5303520" cy="320040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dlopen_shim.so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0215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DF"/>
                </a:solidFill>
              </a:rPr>
              <a:t>• Small C shared library compiled for each target 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764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DF"/>
                </a:solidFill>
              </a:rPr>
              <a:t>• Embedded as byte array in stub (dlopen_shim_blob.h)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5079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DF"/>
                </a:solidFill>
              </a:rPr>
              <a:t>• Wraps dlopen() symbol — runs before libc's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251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DF"/>
                </a:solidFill>
              </a:rPr>
              <a:t>• At startup: parses ANTIREV_FD_MAP env var into hash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994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DF"/>
                </a:solidFill>
              </a:rPr>
              <a:t>• On each dlopen(name) call: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37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8BB"/>
                </a:solidFill>
              </a:rPr>
              <a:t>→ If name in map: open /proc/self/fd/&lt;N&gt; 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4807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8BB"/>
                </a:solidFill>
              </a:rPr>
              <a:t>→ Otherwise: forward to real dlopen unchanged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017520"/>
            <a:ext cx="2743200" cy="320040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7F00"/>
                </a:solidFill>
              </a:rPr>
              <a:t>Environment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02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Set by stub before fexecve():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776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507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LD_PRELOAD=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251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BB"/>
                </a:solidFill>
              </a:rPr>
              <a:t>/proc/self/fd/&lt;shim_fd&gt;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5994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8737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ANTIREV_FD_MAP=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1480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BB"/>
                </a:solidFill>
              </a:rPr>
              <a:t>libfoo.so=&lt;fd_A&gt;,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4223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BB"/>
                </a:solidFill>
              </a:rPr>
              <a:t>libbar.so=&lt;fd_B&gt;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6967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9710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• shim memfd never appears in /proc/pid/maps by filename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62453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• .so memfds are anonymous — not visible as files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017520"/>
            <a:ext cx="2834640" cy="320040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5021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✓ dlopen() works transparently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7764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✓ No disk files for any .so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0507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✓ Zero source changes to 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3251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✓ Unknown .so names pass through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5994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✓ Works with multiple .so files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8737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✓ Shim itself lives in a memfd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Three-component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566160" cy="2011680"/>
          </a:xfrm>
          <a:prstGeom prst="rect">
            <a:avLst/>
          </a:prstGeom>
          <a:solidFill>
            <a:srgbClr val="122435"/>
          </a:solidFill>
          <a:ln w="1905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7F00"/>
                </a:solidFill>
              </a:rPr>
              <a:t>protect.py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encryptor/protect.py
• Reads stub ELF binary
• Encrypts main ELF + .so files
• Serialises bundle format
• Appends bundle + trailer to stub
• Outputs protected binary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188720"/>
            <a:ext cx="3566160" cy="2011680"/>
          </a:xfrm>
          <a:prstGeom prst="rect">
            <a:avLst/>
          </a:prstGeom>
          <a:solidFill>
            <a:srgbClr val="12243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stub  (launcher)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645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stub/stub.c + stub/crypto.c
• Entry point of protected binary
• Reads + decrypts bundle from self
• Creates memfds, writes plaintext
• Wipes key from RAM
• fexecve() — replaces 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48472" y="1188720"/>
            <a:ext cx="3566160" cy="2011680"/>
          </a:xfrm>
          <a:prstGeom prst="rect">
            <a:avLst/>
          </a:prstGeom>
          <a:solidFill>
            <a:srgbClr val="122435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dlopen_shim.so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stub/dlopen_shim.c
• Compiled per-arch → .so
• Converted to C byte-array header
• Embedded inside stub binary
• LD_PRELOAD'd into target process
• Intercepts dlopen() at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029968"/>
            <a:ext cx="475488" cy="329184"/>
          </a:xfrm>
          <a:prstGeom prst="rect">
            <a:avLst/>
          </a:prstGeom>
          <a:solidFill>
            <a:srgbClr val="12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9659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77F00"/>
                </a:solidFill>
              </a:rPr>
              <a:t>appends
bundle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1272" y="2029968"/>
            <a:ext cx="457200" cy="329184"/>
          </a:xfrm>
          <a:prstGeom prst="rect">
            <a:avLst/>
          </a:prstGeom>
          <a:solidFill>
            <a:srgbClr val="12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196596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D6A0"/>
                </a:solidFill>
              </a:rPr>
              <a:t>embedded
as blob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5212080" cy="1737360"/>
          </a:xfrm>
          <a:prstGeom prst="rect">
            <a:avLst/>
          </a:prstGeom>
          <a:solidFill>
            <a:srgbClr val="122435"/>
          </a:solidFill>
          <a:ln w="12700">
            <a:solidFill>
              <a:srgbClr val="5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3DF"/>
                </a:solidFill>
              </a:rPr>
              <a:t>CMakeLists.txt  +  cmake/*.py/cmake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9651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• Builds stub (x86-64) and stub_aarch64 (ARM64, static)
• Cross-compiles dlopen_shim.so for both arches via bin2h.py → header
• Test targets: run_test, test_dlopen, test_multi_so, test_wrong_key, test_tamper, run_tests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657600"/>
            <a:ext cx="6080760" cy="1737360"/>
          </a:xfrm>
          <a:prstGeom prst="rect">
            <a:avLst/>
          </a:prstGeom>
          <a:solidFill>
            <a:srgbClr val="122435"/>
          </a:solidFill>
          <a:ln w="12700">
            <a:solidFill>
              <a:srgbClr val="5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37490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3DF"/>
                </a:solidFill>
              </a:rPr>
              <a:t>tests/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096512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tests/hello/          — simple ELF (prints hello + args)
tests/dlopen/         — binary + mylib.so (tests shim)
tests/multi_so/       — binary + libmath.so + libstr.so
Negative tests: wrong key → GCM fail; bit-flip → tag fail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Use AntiRev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Step-by-step: protecting your NT executable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46888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Build the toolchain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143000"/>
            <a:ext cx="4389120" cy="749808"/>
          </a:xfrm>
          <a:prstGeom prst="rect">
            <a:avLst/>
          </a:prstGeom>
          <a:solidFill>
            <a:srgbClr val="05101A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216152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D6A0"/>
                </a:solidFill>
              </a:rPr>
              <a:t>cmake -B build &amp;&amp; cmake --build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143000"/>
            <a:ext cx="4297680" cy="749808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21615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Builds stub (x86-64 + ARM64) and all test binaries.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92808"/>
            <a:ext cx="246888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Generate / obtain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892808"/>
            <a:ext cx="4389120" cy="749808"/>
          </a:xfrm>
          <a:prstGeom prst="rect">
            <a:avLst/>
          </a:prstGeom>
          <a:solidFill>
            <a:srgbClr val="05101A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96596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D6A0"/>
                </a:solidFill>
              </a:rPr>
              <a:t>python3 encryptor/protect.py --gen-key mykey.bin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892808"/>
            <a:ext cx="4297680" cy="749808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965960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Outputs a 32-byte (256-bit) random key. Keep this file secure.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42616"/>
            <a:ext cx="246888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15768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Protect main binary (no .so files)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642616"/>
            <a:ext cx="4389120" cy="749808"/>
          </a:xfrm>
          <a:prstGeom prst="rect">
            <a:avLst/>
          </a:prstGeom>
          <a:solidFill>
            <a:srgbClr val="05101A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2715768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D6A0"/>
                </a:solidFill>
              </a:rPr>
              <a:t>python3 encryptor/protect.py \
  --stub   build/stub \
  --key    mykey.bin \
  --main   /path/to/your_app \
  --output your_app_protected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642616"/>
            <a:ext cx="4297680" cy="749808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715768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Encrypts your_app, appends bundle to stub → outputs your_app_protected.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92424"/>
            <a:ext cx="246888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65576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Protect binary with custom .so libraries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392424"/>
            <a:ext cx="4389120" cy="749808"/>
          </a:xfrm>
          <a:prstGeom prst="rect">
            <a:avLst/>
          </a:prstGeom>
          <a:solidFill>
            <a:srgbClr val="05101A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3465576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D6A0"/>
                </a:solidFill>
              </a:rPr>
              <a:t>python3 encryptor/protect.py \
  --stub   build/stub \
  --key    mykey.bin \
  --main   /path/to/your_app \
  --so     libfoo.so libbar.so \
  --output your_app_protected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392424"/>
            <a:ext cx="4297680" cy="749808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3465576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All listed .so files are also encrypted into the bundle. dlopen shim handles redirection.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42232"/>
            <a:ext cx="246888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15384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Run protected binary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4142232"/>
            <a:ext cx="4389120" cy="749808"/>
          </a:xfrm>
          <a:prstGeom prst="rect">
            <a:avLst/>
          </a:prstGeom>
          <a:solidFill>
            <a:srgbClr val="05101A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4215384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D6A0"/>
                </a:solidFill>
              </a:rPr>
              <a:t>./your_app_protected [original args...]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142232"/>
            <a:ext cx="4297680" cy="749808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4215384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Stub decrypts, memfds, wipes key, fexecve()s. Behaviour identical to unprotected binary.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92040"/>
            <a:ext cx="246888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65192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7F00"/>
                </a:solidFill>
              </a:rPr>
              <a:t>Verify protection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892040"/>
            <a:ext cx="4389120" cy="749808"/>
          </a:xfrm>
          <a:prstGeom prst="rect">
            <a:avLst/>
          </a:prstGeom>
          <a:solidFill>
            <a:srgbClr val="05101A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60" y="4965192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D6A0"/>
                </a:solidFill>
              </a:rPr>
              <a:t>objdump -d your_app_protected   # shows only stub code
strings  your_app_protected     # no readable strings from your_app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892040"/>
            <a:ext cx="4297680" cy="749808"/>
          </a:xfrm>
          <a:prstGeom prst="rect">
            <a:avLst/>
          </a:prstGeom>
          <a:solidFill>
            <a:srgbClr val="122435"/>
          </a:solidFill>
          <a:ln w="635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496519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Static analysis tools see only the small stub — your logic is not recoverable.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6875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Note: ANTIREV_KEY env var can override the embedded key (for testing without re-encrypting)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Status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577840" cy="347472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AES-256-GCM encryption of main ELF + arbitrary .so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All-RAM execution: memfd_create, zero disk 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762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fexecve() in-place replacement — same PID, no fork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505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dlopen interception via embedded LD_PRELOAD shim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249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x86-64 and ARM64 (static) stub binaries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992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Key wiped from RAM immediately after decryption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735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✓ 6 automated test targets (including 2 negative/tamper tests)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577840" cy="3474720"/>
          </a:xfrm>
          <a:prstGeom prst="rect">
            <a:avLst/>
          </a:prstGeom>
          <a:solidFill>
            <a:srgbClr val="1224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7F00"/>
                </a:solidFill>
              </a:rPr>
              <a:t>TODO /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276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License server integration: replace embedded key with HTTPS fetch at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019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RT executable support: investigate load_elf() kernel API for memfd path compatibility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762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Anti-ptrace / anti-debug hardening (optional)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505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Per-machine key binding (hardware fingerprint tied to license)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249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DF"/>
                </a:solidFill>
              </a:rPr>
              <a:t>• Key rotation / revocation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00600"/>
            <a:ext cx="11521440" cy="822960"/>
          </a:xfrm>
          <a:prstGeom prst="rect">
            <a:avLst/>
          </a:prstGeom>
          <a:solidFill>
            <a:srgbClr val="003A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All six test targets pass on x86-64. ARM64 tests pass via QEMU binfmt transparent emulation.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