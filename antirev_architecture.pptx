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46888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AntiRev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B0"/>
                </a:solidFill>
              </a:defRPr>
            </a:pPr>
            <a:r>
              <a:t>Binary Protection System</a:t>
            </a:r>
            <a:br/>
            <a:r>
              <a:t>Encrypt executables &amp; shared libraries, run from memory</a:t>
            </a:r>
            <a:br/>
            <a:r>
              <a:t>Prevent reverse engineering at the deployment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Problem Statement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Business software deployed on customer-controlled hardware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100+ executables, 550+ shared libraries, 1000+ Python scripts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Threat: reverse engineering, binary analysis, IP extraction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Goals: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Plaintext binaries never exist on disk at runtime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Transparent to the application -- no source code changes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Support complex dependency graphs (DT_NEEDED, dlopen, Python ctypes)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Scale to 550+ encrypted libs across 100+ concurrent processes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Preserve original symbol resolution order and ABI semantics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Six core components working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Stub  --  C launcher: decrypts, creates memfds, fexecve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exe_shim  --  LD_PRELOAD: hides memfd paths from /proc/self/exe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dlopen_shim  --  LD_PRELOAD: redirects dlopen() to encrypted libs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Daemon (.antirev-libd)  --  Decrypt once, serve many via SCM_RIGHTS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Wrapper (.antirev-wrap)  --  Let unencrypted binaries (python3) load encrypted libs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Encryptor (antirev-pack.py)  --  Batch encrypt &amp; bundle with topology metadata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Supporting components: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antirev_client.py  --  Python client: patches import + ctypes.CDLL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build.py  --  Compile/obfuscate Python via Cython, Nuitka, or PyArmor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Diagnostic tools  --  depgraph.py, symbol_collision.py, missing_syms.py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Encryption &amp; Crypto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AES-256-GCM with hardware acceleration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AES-256-GCM: Confidentiality +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62B"/>
                </a:solidFill>
              </a:defRPr>
            </a:pPr>
            <a:r>
              <a:t>Cipher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AES-256 in GCM mode (Galois/Counter Mode)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Authenticated encryption: tamper = clean abort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12-byte IV (random per file)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16-byte authentication tag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Hardware acceleration: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AES-NI (x86-64) for AES rounds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PCLMULQDQ for GHASH (carry-less multiply)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Runtime CPUID detection, software fallback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ARM64 support via __attribute__((target))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Two-Pass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Pass 1 -- GHASH: accumulate auth tag over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entire ciphertext. Verify BEFORE decrypting.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Detects bit-flip tampering.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Pass 2 -- CTR decrypt: counter-mode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decryption of verified ciphertext.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Optimization: aes256gcm_onepass()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combines both passes, halving disk I/O.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Streaming: 4 MB chunks, never loads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full ciphertext into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Bundle Format (appended to stub 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Stub ELF binary  (kernel loads this normally)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+  [num_files: 4B]  [bundle_flags: 1B]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+  Per file:  [name: len-prefixed]  [flags: 1B]  [IV: 12B]  [tag: 16B]  [ct_size: 8B]  [ciphertext]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+  Needed-libs section:  [count: 2B]  [names: len-prefixed]*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+  Trailer:  [bundle_offset: 8B]  [AES key: 32B]  [magic: "ANTREV01"]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Bundle flags control operational mode: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bit 0 (HAS_LIBS)       -- bundle contains encrypted shared libraries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bit 1 (DAEMON_LIBS)  -- stub is a daemon client, fetch libs from daemon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bit 2 (WRAPPER)        -- no main exe, exec argv[1] with LD_PRELOAD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Needed-libs section: topologically sorted DT_NEEDED set for the exe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Computed by antirev-pack.py using Kahn's algorithm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Stub uses this to create symlinks in the correct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Stub Launch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From encrypted blob to running process -- no fork, no disk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Stub Execution: Encrypted Binary to Running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1828800"/>
            <a:ext cx="129540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1920240"/>
            <a:ext cx="129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1. Read</a:t>
            </a:r>
            <a:br/>
            <a:r>
              <a:t>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" y="2240280"/>
            <a:ext cx="1149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pread last 48B</a:t>
            </a:r>
            <a:br/>
            <a:r>
              <a:t>Verify magic</a:t>
            </a:r>
            <a:br/>
            <a:r>
              <a:t>Extract key,</a:t>
            </a:r>
            <a:br/>
            <a:r>
              <a:t>bundle offset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5658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75460" y="1828800"/>
            <a:ext cx="129540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5460" y="1920240"/>
            <a:ext cx="129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D6A0"/>
                </a:solidFill>
              </a:defRPr>
            </a:pPr>
            <a:r>
              <a:t>2. Scan</a:t>
            </a:r>
            <a:br/>
            <a:r>
              <a:t>Headers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8612" y="2240280"/>
            <a:ext cx="1149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Walk bundle</a:t>
            </a:r>
            <a:br/>
            <a:r>
              <a:t>entries (pread)</a:t>
            </a:r>
            <a:br/>
            <a:r>
              <a:t>Record names,</a:t>
            </a:r>
            <a:br/>
            <a:r>
              <a:t>offsets, sizes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8914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8020" y="1828800"/>
            <a:ext cx="129540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8020" y="1920240"/>
            <a:ext cx="129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62B"/>
                </a:solidFill>
              </a:defRPr>
            </a:pPr>
            <a:r>
              <a:t>3. Decrypt</a:t>
            </a:r>
            <a:br/>
            <a:r>
              <a:t>to memfd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1172" y="2240280"/>
            <a:ext cx="1149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Stream 4MB</a:t>
            </a:r>
            <a:br/>
            <a:r>
              <a:t>chunks through</a:t>
            </a:r>
            <a:br/>
            <a:r>
              <a:t>AES-256-GCM</a:t>
            </a:r>
            <a:br/>
            <a:r>
              <a:t>Write to memfd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2170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0580" y="1828800"/>
            <a:ext cx="129540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0580" y="1920240"/>
            <a:ext cx="129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76F"/>
                </a:solidFill>
              </a:defRPr>
            </a:pPr>
            <a:r>
              <a:t>4. Build</a:t>
            </a:r>
            <a:br/>
            <a:r>
              <a:t>Symlinks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3732" y="2240280"/>
            <a:ext cx="1149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mkdir /tmp/</a:t>
            </a:r>
            <a:br/>
            <a:r>
              <a:t>antirev_XXX</a:t>
            </a:r>
            <a:br/>
            <a:r>
              <a:t>ln -s /proc/</a:t>
            </a:r>
            <a:br/>
            <a:r>
              <a:t>self/fd/N lib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426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73140" y="1828800"/>
            <a:ext cx="129540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3140" y="1920240"/>
            <a:ext cx="129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0E0EF"/>
                </a:solidFill>
              </a:defRPr>
            </a:pPr>
            <a:r>
              <a:t>5. Set</a:t>
            </a:r>
            <a:br/>
            <a:r>
              <a:t>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6292" y="2240280"/>
            <a:ext cx="1149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LD_PRELOAD=</a:t>
            </a:r>
            <a:br/>
            <a:r>
              <a:t>  exe_shim+</a:t>
            </a:r>
            <a:br/>
            <a:r>
              <a:t>  dlopen_shim</a:t>
            </a:r>
            <a:br/>
            <a:r>
              <a:t>LD_LIBRARY_</a:t>
            </a:r>
            <a:br/>
            <a:r>
              <a:t>PATH+=symdir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8682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5700" y="1828800"/>
            <a:ext cx="129540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5700" y="1920240"/>
            <a:ext cx="129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D6A0"/>
                </a:solidFill>
              </a:defRPr>
            </a:pPr>
            <a:r>
              <a:t>6. fexecve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8852" y="2240280"/>
            <a:ext cx="11490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Replace stub</a:t>
            </a:r>
            <a:br/>
            <a:r>
              <a:t>with decrypted</a:t>
            </a:r>
            <a:br/>
            <a:r>
              <a:t>exe (same PID)</a:t>
            </a:r>
            <a:br/>
            <a:r>
              <a:t>Key zeroed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Key insight: fexecve replaces the process image in-place. No fork, no child process, no plaintext on disk. The kernel loads directly from memfd.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DT_NEEDED Library Handling: Symlink Directory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62B"/>
                </a:solidFill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Encrypted libs live in memfds (/proc/self/fd/N)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glibc's dynamic linker resolves DT_NEEDED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by searching directories, not fd numbers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Old approach: put libs on LD_PRELOAD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BREAKS symbol resolution order!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LD_PRELOAD symbols override everything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Causes silent ABI mismatch bugs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Need: correct glibc BFS resolution order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while loading from memfds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Solution: Symlink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1. Create /tmp/antirev_XXXXXX/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2. For each encrypted DT_NEEDED lib: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   ln -s /proc/self/fd/N  libfoo.so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3. Prepend dir to LD_LIBRARY_PATH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4. glibc's normal BFS finds libs via symlinks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Result: original symbol lookup order preserved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LD_PRELOAD carries ONLY the shims: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exe_shim.so + dlopen_shim.so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(these intercept /proc/self/exe, dlopen)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Needed-libs section (topo-sorted) tells stub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which subset of libs to symlink for each exe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Identity Shims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exe_shim + dlopen_shim: transparent to the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exe_shim: Hiding the memfd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Problem: /proc/self/exe -&gt; memfd:name (deleted) -- application code breaks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exe_shim intercepts (via LD_PRELOAD):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readlink("/proc/self/exe")  -&gt;  returns original path on disk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realpath("/proc/self/exe")  -&gt;  returns original path on disk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getauxval(AT_EXECFN)          -&gt;  returns original exe filename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prctl(PR_SET_NAME)              -&gt;  restores process name in ps/top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Design details: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Uses raw syscalls (SYS_readlinkat) for fallthrough -- avoids recursion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Lazy owner detection: is_owner_process() checks /proc/self/exe for memfd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Child processes inherit LD_PRELOAD but detect non-owner status -&gt; passthrough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FD cleanup (ANTIREV_CLOSE_FDS):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After glibc maps DT_NEEDED libs, their memfds are bookkeeping-only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exe_shim constructor closes them -&gt; frees fd-table slots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Critical for code using select() with FD_SETSIZE=1024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dlopen_shim: Intercepting Dynamic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Intercepts dlopen(filename, flags) for encrypted libraries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Eager mode (legacy, small apps):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Stub pre-fetches all libs, sets ANTIREV_FD_MAP="libfoo.so=5,libbar.so=6"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dlopen_shim maps basename -&gt; /proc/self/fd/N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Lazy mode (large apps, daemon):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Stub keeps daemon socket open (ANTIREV_LIBD_SOCK=fd)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On dlopen("libfoo.so"):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  1. Send OP_GET_CLOSURE to daemon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  2. Receive lib + all transitive encrypted deps (one round trip)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  3. Materialize symlinks in shared /tmp dir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  4. Preload deps in topological order with RTLD_GLOBAL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  5. real_dlopen(symlink_path) for the root lib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Why RTLD_GLOBAL: protobuf descriptor dedup across plugins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Multiple .pb.cc files export same descriptor_table_*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RTLD_GLOBAL ensures first-loaded copy interposes -&gt; no duplicate abort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ANTIREV_NO_PRELOAD=1 escape hatch: skip per-dep preload,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let glibc's natural DT_NEEDED walk run ctors together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Daemon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Decrypt once, serve many -- SCM_RIGHTS fd passing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Daemon: Centralized Library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55448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Startup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2240280"/>
            <a:ext cx="14081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Scan dir for</a:t>
            </a:r>
            <a:br/>
            <a:r>
              <a:t>encrypted .so</a:t>
            </a:r>
            <a:br/>
            <a:r>
              <a:t>Decrypt all to</a:t>
            </a:r>
            <a:br/>
            <a:r>
              <a:t>memfds (threads)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8424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03120" y="1828800"/>
            <a:ext cx="155448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D6A0"/>
                </a:solidFill>
              </a:defRPr>
            </a:pPr>
            <a:r>
              <a:t>Build</a:t>
            </a:r>
            <a:br/>
            <a:r>
              <a:t>Dep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240280"/>
            <a:ext cx="14081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Parse DT_NEEDED</a:t>
            </a:r>
            <a:br/>
            <a:r>
              <a:t>of each lib</a:t>
            </a:r>
            <a:br/>
            <a:r>
              <a:t>Intersect with</a:t>
            </a:r>
            <a:br/>
            <a:r>
              <a:t>encrypted set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1828800"/>
            <a:ext cx="155448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62B"/>
                </a:solidFill>
              </a:defRPr>
            </a:pPr>
            <a:r>
              <a:t>Bind</a:t>
            </a:r>
            <a:br/>
            <a:r>
              <a:t>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2" y="2240280"/>
            <a:ext cx="14081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Abstract Unix</a:t>
            </a:r>
            <a:br/>
            <a:r>
              <a:t>socket named by</a:t>
            </a:r>
            <a:br/>
            <a:r>
              <a:t>key hash</a:t>
            </a:r>
            <a:br/>
            <a:r>
              <a:t>H=AES_K(0^128)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6752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0" y="1828800"/>
            <a:ext cx="155448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76F"/>
                </a:solidFill>
              </a:defRPr>
            </a:pPr>
            <a:r>
              <a:t>Serve</a:t>
            </a:r>
            <a:br/>
            <a:r>
              <a:t>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2240280"/>
            <a:ext cx="14081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epoll loop</a:t>
            </a:r>
            <a:br/>
            <a:r>
              <a:t>OP_INIT -&gt; batch</a:t>
            </a:r>
            <a:br/>
            <a:r>
              <a:t>OP_GET_CLOSURE</a:t>
            </a:r>
            <a:br/>
            <a:r>
              <a:t>-&gt; topo-sorted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59168" y="2724912"/>
            <a:ext cx="100584" cy="219456"/>
          </a:xfrm>
          <a:prstGeom prst="rightArrow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78040" y="1828800"/>
            <a:ext cx="155448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0E0EF"/>
                </a:solidFill>
              </a:defRPr>
            </a:pPr>
            <a:r>
              <a:t>Pass FDs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240280"/>
            <a:ext cx="14081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</a:defRPr>
            </a:pPr>
            <a:r>
              <a:t>SCM_RIGHTS on</a:t>
            </a:r>
            <a:br/>
            <a:r>
              <a:t>msghdr ancillary</a:t>
            </a:r>
            <a:br/>
            <a:r>
              <a:t>Up to 250 fds</a:t>
            </a:r>
            <a:br/>
            <a:r>
              <a:t>per OP_BATCH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Why daemon? 550 libs x 100 processes = 55,000 memfds without dedup. Daemon decrypts once, passes fd references. Socket name derived from key -&gt; zero config, same-key auth.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Daemon Protocol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Wire format:  [op: 4B]  [payload_len: 4B]  [payload]  [optional SCM_RIGHTS]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Client -&gt; Daemon: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OP_INIT (0x01)              request libs (filter or all)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OP_GET_LIB (0x02)        request single lib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OP_GET_CLOSURE (0x05)  request lib + transitive encrypted DT_NEEDED closure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OP_LIST (0x04)              list all lib names (no fds)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OP_BYE (0x03)              disconnect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Daemon -&gt; Client: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OP_BATCH (0x81)    N libs + N fds via SCM_RIGHTS (up to 250 per batch)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OP_LIB (0x83)         single lib response (status + optional fd)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OP_NAMES (0x84)    name list (response to OP_LIST)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OP_END (0x82)         marks end of streaming response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Closure computation: DFS post-order on dependency graph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Returns leaves first -&gt; correct load order for dlopen_shim preload loop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Operational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Standalone, Daemon+Client, Wrapper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Three Deployment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Mode A: Standalone (small apps)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Stub bundles exe + all its libs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Decrypt all into memfds, create symlink dir, fexecve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Simple but duplicates libs across processes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Mode B: Daemon + Client (large deployments)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.antirev-libd daemon: decrypts 550+ libs once, serves via socket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Client stubs: bundle only the exe, fetch libs from daemon on startup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Lazy fetch: only DT_NEEDED set eagerly; dlopen libs fetched on demand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Massive fd savings: one daemon instance serves 100+ client processes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Mode D: Wrapper (Python / non-encrypted binaries)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.antirev-wrap python3 script.py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Wrapper connects to daemon, receives all lib fds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Sets LD_PRELOAD with dlopen_shim + ANTIREV_FD_MAP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execvp(python3) -- interpreter loads encrypted .so via dlopen transparently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Mode selection is automatic based on bundle flags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Python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1000+ Python scripts loading encrypted native extensions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Python Integration: Two Mechanisms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62B"/>
                </a:solidFill>
              </a:defRPr>
            </a:pPr>
            <a:r>
              <a:t>Wrapper Mode (C-level)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.antirev-wrap python3 script.py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Flow: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1. Wrapper connects to daemon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2. Receives all lib fds via SCM_RIGHTS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3. Sets LD_PRELOAD = dlopen_shim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4. Sets ANTIREV_FD_MAP = lib-&gt;fd map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5. execvp(python3, script.py)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dlopen_shim intercepts C-level dlopen()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Works for any ctypes.CDLL / cffi / numpy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No Python code changes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antirev_client.py (Python-level)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from antirev_client import activate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activate('/path/to/.antirev-libd')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Patches: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ctypes.CDLL -&gt; load from memfd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sys.meta_path -&gt; intercept import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Pure-Python ELF parser: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Reads PT_DYNAMIC, DT_NEEDED, DT_SONAME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No readelf dependency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Dependency ordering: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_ensure_loaded() recursively preloads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transitive DT_NEEDED with RTLD_GLOBAL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Creates soname symlinks in temp dir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prepended to LD_LIBRARY_PATH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Encryptor &amp; Packer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antirev-pack.py: batch encrypt with topology metadata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antirev-pack.py: Configuration-Driven Batch Encryption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YAML configuration specifies: install_dir, key, blacklist, encrypt_libs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Phase 1: Discovery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Walk install_dir, classify ELFs (exe vs lib)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Apply blacklist (glob/path) and whitelist (encrypt_libs)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Phase 2: Dependency Analysis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For each exe, BFS through DT_NEEDED chain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Classify each dep as encrypted or plaintext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Topological sort (Kahn's algorithm) among encrypted deps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Phase 3: Bundle Generation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Embed needed-libs section (topo-sorted names) in each exe's bundle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Parallel encryption: ProcessPoolExecutor for CPU-bound AES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ThreadPoolExecutor for disk I/O (readelf, ldconfig queries)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Phase 4: Output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Protected exe = stub + encrypted main + needed-libs section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Protected daemon = stub + all encrypted libs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Key stored in 64-hex-char file (chmod 0600)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Key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Single AES-256 key (32 bytes) per deployment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Storage: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Key file: 64 hex characters, chmod 0600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Embedded in bundle trailer (read by stub at launch)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Zeroed from memory immediately after use (explicit_bzero)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Daemon socket naming (zero-config discovery):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H = AES_K(0^128)   -- encrypt all-zeros block with the key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Socket = abstract Unix \0antirev_&lt;first 8 bytes of H as hex&gt;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Deterministic per key: all stubs with same key find same daemon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No config files, no port numbers, no environment variables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Security properties: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Key never in target process memory post-fexecve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Plaintext never on disk (memfd only, kernel memory)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Auth tag verification before any plaintext release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Same-UID check on daemon socket (SCM_CREDENTIALS)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Diagnostic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Validate before deployment, diagnose in the field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Diagnostic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symbol_collision.py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Detect LD_PRELOAD symbol interposition risks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Encrypted lib symbols vs unencrypted lib symbols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Run BEFORE deployment to catch silent misbehavior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depgraph.py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Visualize ELF dependency graph (text or PNG)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Cycle detection, topological ordering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--borrowed: find symbols that break under dlopen (implicit deps)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--find-unresolved: scan dir for missing DT_NEEDED edges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missing_syms.py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Scan project dir for all exes/libs with missing DT_NEEDED edges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Locate providers on LD_LIBRARY_PATH, suggest patchelf --add-needed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Detect circular dependencies (Tarjan's SCC) and latent cycles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Combined-graph analysis: catch transitive cycles across multiple fixes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Blacklist third-party dirs, dedup versioned copies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ANTIREV_DLOPEN_LOG=&lt;path&gt;: runtime dlopen decision logging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B4D8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Scale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Real-world deployment at enterprise scale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Scale &amp; Engineering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62B"/>
                </a:solidFill>
              </a:defRPr>
            </a:pPr>
            <a:r>
              <a:t>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100+ executables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550+ shared libraries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1000+ Python scripts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All running concurrently on customer hardware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FD pressure: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550 libs x 100 processes = 55,000 memfds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Daemon reduces to ~550 + overhead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Startup latency: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AES-NI: ~1 GB/s throughput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4 MB streaming chunks (no full load)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Lazy fetch: only DT_NEEDED set at startup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select() FD_SETSIZE=1024 limit: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exe_shim closes DT_NEEDED memfds after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931920" cy="53035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Hard Problems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8"/>
                </a:solidFill>
              </a:defRPr>
            </a:pPr>
            <a:r>
              <a:t>Symbol resolution order: symlink dir preserves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glibc BFS, unlike LD_PRELOAD approach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Protobuf descriptor dedup: RTLD_GLOBAL preload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in closure-deps loop prevents duplicate abort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Implicit inter-lib deps: ANTIREV_NO_PRELOAD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escape hatch for natural glibc load semantics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C++ global ctor ordering: exe_shim lazy detect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handles calls before shim constructor runs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Path-based dedup: keep memfd fds open to pin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/proc/self/fd/N paths, prevent glibc collapse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32-bit vs 64-bit ldconfig: first-entry-wins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>
                <a:solidFill>
                  <a:srgbClr val="E0E0E8"/>
                </a:solidFill>
              </a:defRPr>
            </a:pPr>
            <a:r>
              <a:t>  picks native arch from ldconfig cache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</a:defRPr>
            </a:pPr>
            <a:r>
              <a:t>25+ automated test cases in CMake test suite: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Functional tests: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hello (smoke), linked (DT_NEEDED), dlopen (soname), dlopen_nested,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dlopen_transitive, dlopen_dt_needed, dlopen_reload, dlopen_interpose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Identity tests: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proc_self_exe, ctor_readlink, realpath, path_stress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Process model tests: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fork_same_lib, fork_diff_lib, script_multi_bin, multi_process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Daemon/Python tests: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lib_daemon, python_client_daemon, python_reload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Security tests: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wrong_key (clean failure), tamper (bit-flip rejection)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fd_reduction (FD_SETSIZE compliance)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Tool tests: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500" b="0">
                <a:solidFill>
                  <a:srgbClr val="E0E0E8"/>
                </a:solidFill>
              </a:defRPr>
            </a:pPr>
            <a:r>
              <a:t>  missing_syms (missing edges, cycles, latent cycles, blacklist, dedup)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468880"/>
            <a:ext cx="18288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8"/>
                </a:solidFill>
              </a:defRPr>
            </a:pPr>
            <a:r>
              <a:t>AntiRev protects business software IP at the deployment layer: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E0E0E8"/>
                </a:solidFill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E0E0E8"/>
                </a:solidFill>
              </a:defRPr>
            </a:pPr>
            <a:r>
              <a:t>AES-256-GCM encryption with hardware acceleration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E0E0E8"/>
                </a:solidFill>
              </a:defRPr>
            </a:pPr>
            <a:r>
              <a:t>Memory-only execution via memfd + fexecve (no disk plaintext)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E0E0E8"/>
                </a:solidFill>
              </a:defRPr>
            </a:pPr>
            <a:r>
              <a:t>Daemon architecture for 550+ lib scale (decrypt once, serve many)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E0E0E8"/>
                </a:solidFill>
              </a:defRPr>
            </a:pPr>
            <a:r>
              <a:t>Symlink-dir approach preserves glibc symbol resolution semantics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E0E0E8"/>
                </a:solidFill>
              </a:defRPr>
            </a:pPr>
            <a:r>
              <a:t>Transparent to application code (no source changes required)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E0E0E8"/>
                </a:solidFill>
              </a:defRPr>
            </a:pPr>
            <a:r>
              <a:t>Python integration via wrapper mode and client library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E0E0E8"/>
                </a:solidFill>
              </a:defRPr>
            </a:pPr>
            <a:r>
              <a:t>Comprehensive diagnostic tooling for pre-deployment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